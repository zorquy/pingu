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4381500" y="857250"/>
            <a:ext cx="1524000" cy="1524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 rot="-360000">
            <a:off x="4381500" y="8572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857250" y="257175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</a:t>
            </a:r>
            <a:pPr algn="ctr" indent="0" marL="0">
              <a:buNone/>
            </a:pPr>
            <a:r>
              <a:rPr lang="en-US" sz="78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Doc</a:t>
            </a:r>
            <a:endParaRPr lang="en-US" sz="7800" dirty="0"/>
          </a:p>
        </p:txBody>
      </p:sp>
      <p:sp>
        <p:nvSpPr>
          <p:cNvPr id="5" name="Text 3"/>
          <p:cNvSpPr txBox="1"/>
          <p:nvPr/>
        </p:nvSpPr>
        <p:spPr>
          <a:xfrm>
            <a:off x="857250" y="39052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comunidad española de Pokémon TCG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476500" y="5334000"/>
            <a:ext cx="5334000" cy="952500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5505450"/>
            <a:ext cx="4991100" cy="9182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76750" y="56578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000" y="7239000"/>
            <a:ext cx="38100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tmp/claude-0/-home-user/b9afdd5d-e7a3-5d00-bfc6-d85d45049058/scratchpad/canva/icono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7429500"/>
            <a:ext cx="666750" cy="6667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7429500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Reto del día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78295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racha y liga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86500" y="8572500"/>
            <a:ext cx="38100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icono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8763000"/>
            <a:ext cx="666750" cy="6667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77100" y="8763000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Torneos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7277100" y="91630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y gratis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381000" y="10287000"/>
            <a:ext cx="41910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/tmp/claude-0/-home-user/b9afdd5d-e7a3-5d00-bfc6-d85d45049058/scratchpad/canva/iconos/book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10477500"/>
            <a:ext cx="666750" cy="6667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10477500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Guías y cursos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1087755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Escritos por la comunidad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667500" y="45720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2DDE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Pasa para verlo  →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7239000" y="114300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-360000">
            <a:off x="7239000" y="11430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29550" y="11430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1047750"/>
            <a:ext cx="2362200" cy="62865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6" name="Image 0" descr="/tmp/claude-0/-home-user/b9afdd5d-e7a3-5d00-bfc6-d85d45049058/scratchpad/canva/iconos/bookOpen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190625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4450" y="1047750"/>
            <a:ext cx="1600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Aprender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66750" y="1905000"/>
            <a:ext cx="89535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Aprende</a:t>
            </a:r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y enseña</a:t>
            </a:r>
            <a:endParaRPr lang="en-US" sz="6300" dirty="0"/>
          </a:p>
        </p:txBody>
      </p:sp>
      <p:sp>
        <p:nvSpPr>
          <p:cNvPr id="9" name="Text 6"/>
          <p:cNvSpPr txBox="1"/>
          <p:nvPr/>
        </p:nvSpPr>
        <p:spPr>
          <a:xfrm>
            <a:off x="66675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Guías de jugar o de coleccionar, y su curso para ponerlas a prueba.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 rot="-360000">
            <a:off x="381000" y="5905500"/>
            <a:ext cx="4762500" cy="8572500"/>
          </a:xfrm>
          <a:prstGeom prst="roundRect">
            <a:avLst>
              <a:gd name="adj" fmla="val 14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552450" y="6076950"/>
            <a:ext cx="4419600" cy="8229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-360000">
            <a:off x="2095500" y="62293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240000">
            <a:off x="4095750" y="5524500"/>
            <a:ext cx="5334000" cy="952500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267200" y="5695950"/>
            <a:ext cx="4991100" cy="91821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240000">
            <a:off x="6096000" y="58483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1000" y="10668000"/>
            <a:ext cx="43815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/tmp/claude-0/-home-user/b9afdd5d-e7a3-5d00-bfc6-d85d45049058/scratchpad/canva/iconos/med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10858500"/>
            <a:ext cx="666750" cy="6667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10858500"/>
            <a:ext cx="3238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Medallas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112585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Oro, plata y bronce por curso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7239000" y="114300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-360000">
            <a:off x="7239000" y="11430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29550" y="11430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1047750"/>
            <a:ext cx="3086100" cy="62865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6" name="Image 0" descr="/tmp/claude-0/-home-user/b9afdd5d-e7a3-5d00-bfc6-d85d45049058/scratchpad/canva/iconos/layers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190625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4450" y="1047750"/>
            <a:ext cx="23241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 colección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66750" y="1905000"/>
            <a:ext cx="89535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Tu colección,</a:t>
            </a:r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con su precio</a:t>
            </a:r>
            <a:endParaRPr lang="en-US" sz="6300" dirty="0"/>
          </a:p>
        </p:txBody>
      </p:sp>
      <p:sp>
        <p:nvSpPr>
          <p:cNvPr id="9" name="Text 6"/>
          <p:cNvSpPr txBox="1"/>
          <p:nvPr/>
        </p:nvSpPr>
        <p:spPr>
          <a:xfrm>
            <a:off x="66675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tus cartas, lo que valen y cuánto te falta de cada expansión.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 rot="-360000">
            <a:off x="381000" y="5905500"/>
            <a:ext cx="4762500" cy="8572500"/>
          </a:xfrm>
          <a:prstGeom prst="roundRect">
            <a:avLst>
              <a:gd name="adj" fmla="val 14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552450" y="6076950"/>
            <a:ext cx="4419600" cy="8229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-360000">
            <a:off x="2095500" y="62293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240000">
            <a:off x="4095750" y="5524500"/>
            <a:ext cx="5334000" cy="952500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267200" y="5695950"/>
            <a:ext cx="4991100" cy="91821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240000">
            <a:off x="6096000" y="58483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1000" y="10668000"/>
            <a:ext cx="45720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/tmp/claude-0/-home-user/b9afdd5d-e7a3-5d00-bfc6-d85d45049058/scratchpad/canva/icono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10858500"/>
            <a:ext cx="666750" cy="6667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1085850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23 % completada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112585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30th Celebration · 44 de 191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7239000" y="114300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-360000">
            <a:off x="7239000" y="11430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29550" y="11430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1047750"/>
            <a:ext cx="3990975" cy="62865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6" name="Image 0" descr="/tmp/claude-0/-home-user/b9afdd5d-e7a3-5d00-bfc6-d85d45049058/scratchpad/canva/iconos/refreshCw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190625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4450" y="1047750"/>
            <a:ext cx="32289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Precios y cambios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66750" y="1905000"/>
            <a:ext cx="89535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Cada carta,</a:t>
            </a:r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al céntimo</a:t>
            </a:r>
            <a:endParaRPr lang="en-US" sz="6300" dirty="0"/>
          </a:p>
        </p:txBody>
      </p:sp>
      <p:sp>
        <p:nvSpPr>
          <p:cNvPr id="9" name="Text 6"/>
          <p:cNvSpPr txBox="1"/>
          <p:nvPr/>
        </p:nvSpPr>
        <p:spPr>
          <a:xfrm>
            <a:off x="66675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Cardmarket por idioma, gradeadas y un mercado para cambiar.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 rot="-360000">
            <a:off x="381000" y="5905500"/>
            <a:ext cx="4762500" cy="8572500"/>
          </a:xfrm>
          <a:prstGeom prst="roundRect">
            <a:avLst>
              <a:gd name="adj" fmla="val 14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552450" y="6076950"/>
            <a:ext cx="4419600" cy="8229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-360000">
            <a:off x="2095500" y="62293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240000">
            <a:off x="4095750" y="5524500"/>
            <a:ext cx="5334000" cy="952500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267200" y="5695950"/>
            <a:ext cx="4991100" cy="91821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240000">
            <a:off x="6096000" y="58483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1000" y="10668000"/>
            <a:ext cx="47625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/tmp/claude-0/-home-user/b9afdd5d-e7a3-5d00-bfc6-d85d45049058/scratchpad/canva/iconos/trending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10858500"/>
            <a:ext cx="666750" cy="6667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10858500"/>
            <a:ext cx="361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69,89 €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1125855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Charizard · mínimo en español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7239000" y="114300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-360000">
            <a:off x="7239000" y="11430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29550" y="11430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1047750"/>
            <a:ext cx="1819275" cy="62865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6" name="Image 0" descr="/tmp/claude-0/-home-user/b9afdd5d-e7a3-5d00-bfc6-d85d45049058/scratchpad/canva/iconos/trophy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190625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4450" y="1047750"/>
            <a:ext cx="10572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Jugar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66750" y="1905000"/>
            <a:ext cx="89535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Torneos y ligas</a:t>
            </a:r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online</a:t>
            </a:r>
            <a:endParaRPr lang="en-US" sz="6300" dirty="0"/>
          </a:p>
        </p:txBody>
      </p:sp>
      <p:sp>
        <p:nvSpPr>
          <p:cNvPr id="9" name="Text 6"/>
          <p:cNvSpPr txBox="1"/>
          <p:nvPr/>
        </p:nvSpPr>
        <p:spPr>
          <a:xfrm>
            <a:off x="66675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Suizo, top cut y ligas. Y constructor, laboratorio y repeticiones.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2476500" y="5715000"/>
            <a:ext cx="5334000" cy="952500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50" y="5886450"/>
            <a:ext cx="4991100" cy="91821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76750" y="60388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1000" y="7810500"/>
            <a:ext cx="38100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icono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8001000"/>
            <a:ext cx="666750" cy="6667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8001000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24 inscritos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84010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 FDN · 10 jornadas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5334000" y="10096500"/>
            <a:ext cx="466725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/tmp/claude-0/-home-user/b9afdd5d-e7a3-5d00-bfc6-d85d45049058/scratchpad/canva/iconos/pack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450" y="10287000"/>
            <a:ext cx="666750" cy="6667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24600" y="10287000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Constructor y laboratorio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6324600" y="1068705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 tu mazo y pruébalo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7239000" y="1143000"/>
            <a:ext cx="476250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-360000">
            <a:off x="7239000" y="1143000"/>
            <a:ext cx="47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29550" y="11430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1047750"/>
            <a:ext cx="2543175" cy="62865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6" name="Image 0" descr="/tmp/claude-0/-home-user/b9afdd5d-e7a3-5d00-bfc6-d85d45049058/scratchpad/canva/iconos/messageSquare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190625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4450" y="1047750"/>
            <a:ext cx="17811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Comunidad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66750" y="1905000"/>
            <a:ext cx="89535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Un foro en español.</a:t>
            </a:r>
            <a:pPr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Y todo, gratis.</a:t>
            </a:r>
            <a:endParaRPr lang="en-US" sz="6300" dirty="0"/>
          </a:p>
        </p:txBody>
      </p:sp>
      <p:sp>
        <p:nvSpPr>
          <p:cNvPr id="9" name="Text 6"/>
          <p:cNvSpPr txBox="1"/>
          <p:nvPr/>
        </p:nvSpPr>
        <p:spPr>
          <a:xfrm>
            <a:off x="66675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Dudas, mazos, noticias y quedadas, sin anuncios.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2476500" y="5715000"/>
            <a:ext cx="5334000" cy="952500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3048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/tmp/claude-0/-home-user/b9afdd5d-e7a3-5d00-bfc6-d85d45049058/scratchpad/canva/hueco-captu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50" y="5886450"/>
            <a:ext cx="4991100" cy="91821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76750" y="6038850"/>
            <a:ext cx="1333500" cy="40005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05500" y="8572500"/>
            <a:ext cx="38100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icono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8763000"/>
            <a:ext cx="666750" cy="6667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96100" y="8763000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Sin anuncios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6896100" y="91630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Gratis, para siempre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4381500" y="1047750"/>
            <a:ext cx="1524000" cy="1524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 rot="-360000">
            <a:off x="4381500" y="1047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2952750"/>
            <a:ext cx="8953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Gratis y sin</a:t>
            </a:r>
            <a:pPr algn="ctr" indent="0" marL="0">
              <a:lnSpc>
                <a:spcPct val="100000"/>
              </a:lnSpc>
              <a:buNone/>
            </a:pPr>
            <a:r>
              <a:rPr lang="en-US" sz="6900" b="1" dirty="0">
                <a:solidFill>
                  <a:srgbClr val="9AD0F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 anuncios</a:t>
            </a:r>
            <a:endParaRPr lang="en-US" sz="6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14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Instálala como app en el móvil. Funciona sin conexión. Hecha en España por gente que colecciona y juega.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33500" y="7239000"/>
            <a:ext cx="7620000" cy="2857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-360000">
            <a:off x="1809750" y="7715250"/>
            <a:ext cx="952500" cy="952500"/>
          </a:xfrm>
          <a:prstGeom prst="roundRect">
            <a:avLst>
              <a:gd name="adj" fmla="val 28000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-360000">
            <a:off x="1809750" y="771525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5300" dirty="0"/>
          </a:p>
        </p:txBody>
      </p:sp>
      <p:sp>
        <p:nvSpPr>
          <p:cNvPr id="9" name="Text 7"/>
          <p:cNvSpPr txBox="1"/>
          <p:nvPr/>
        </p:nvSpPr>
        <p:spPr>
          <a:xfrm>
            <a:off x="3048000" y="773430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</a:t>
            </a:r>
            <a:endParaRPr lang="en-US" sz="3900" dirty="0"/>
          </a:p>
        </p:txBody>
      </p:sp>
      <p:sp>
        <p:nvSpPr>
          <p:cNvPr id="10" name="Text 8"/>
          <p:cNvSpPr txBox="1"/>
          <p:nvPr/>
        </p:nvSpPr>
        <p:spPr>
          <a:xfrm>
            <a:off x="3048000" y="83439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@pokedoc_es en Instagram y X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809750" y="914400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Síguenos y cuéntanos qué te falta.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66750" y="1104900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aportación cuenta: ko-fi.com/pokedoc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PokeDoc · carrusel (versión stories)</dc:title>
  <dc:subject>PptxGenJS Presentation</dc:subject>
  <dc:creator>PptxGenJS</dc:creator>
  <cp:lastModifiedBy>PptxGenJS</cp:lastModifiedBy>
  <cp:revision>1</cp:revision>
  <dcterms:created xsi:type="dcterms:W3CDTF">2026-10-19T17:32:20Z</dcterms:created>
  <dcterms:modified xsi:type="dcterms:W3CDTF">2026-10-19T17:32:20Z</dcterms:modified>
</cp:coreProperties>
</file>