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666750" y="762000"/>
            <a:ext cx="1047750" cy="104775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666750" y="762000"/>
            <a:ext cx="1047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5900" dirty="0"/>
          </a:p>
        </p:txBody>
      </p:sp>
      <p:sp>
        <p:nvSpPr>
          <p:cNvPr id="4" name="Text 2"/>
          <p:cNvSpPr txBox="1"/>
          <p:nvPr/>
        </p:nvSpPr>
        <p:spPr>
          <a:xfrm>
            <a:off x="2000250" y="66675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</a:t>
            </a:r>
            <a:pPr indent="0" marL="0">
              <a:buNone/>
            </a:pPr>
            <a:r>
              <a:rPr lang="en-US" sz="7200" b="1" dirty="0">
                <a:solidFill>
                  <a:srgbClr val="7CC6D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Doc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66750" y="2857500"/>
            <a:ext cx="68580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 lo que puedes hacer en PokeDoc</a:t>
            </a:r>
            <a:endParaRPr lang="en-US" sz="6300" dirty="0"/>
          </a:p>
        </p:txBody>
      </p:sp>
      <p:sp>
        <p:nvSpPr>
          <p:cNvPr id="6" name="Text 4"/>
          <p:cNvSpPr txBox="1"/>
          <p:nvPr/>
        </p:nvSpPr>
        <p:spPr>
          <a:xfrm>
            <a:off x="666750" y="7239000"/>
            <a:ext cx="6667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comunidad española de Pokémon TCG. Gratis, en español y sin anuncios.</a:t>
            </a:r>
            <a:endParaRPr lang="en-US" sz="2700" dirty="0"/>
          </a:p>
        </p:txBody>
      </p:sp>
      <p:pic>
        <p:nvPicPr>
          <p:cNvPr id="7" name="Image 0" descr="/tmp/claude-0/-home-user/b9afdd5d-e7a3-5d00-bfc6-d85d45049058/scratchpad/canva/masco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0" y="5810250"/>
            <a:ext cx="3905250" cy="59055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66750" y="10820400"/>
            <a:ext cx="3429000" cy="609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6750" y="10820400"/>
            <a:ext cx="342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Pasa para verlo  →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colección, con lo que vale hoy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Añade cartas escaneando con la cámara o buscando por nombre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con su precio en Cardmarket, en tu idioma, al día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vale todo y cuánto ha subido este mes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90600" y="6477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 colección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90600" y="67627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1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1.248 €</a:t>
            </a:r>
            <a:endParaRPr lang="en-US" sz="51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65151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0D9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+38 € este mes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90600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90600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488281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8281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230 €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109913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109913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07594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7594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12,50 €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229225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29225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726906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26906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4,20 €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48538" y="77152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48538" y="77152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846219" y="10245574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46219" y="10245574"/>
            <a:ext cx="95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0,90 €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3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Expansiones, álbumes y Pokédex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expansión con lo que tienes y lo que te falta, en occidental y japonés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Archivadores como los de verdad, para colocar tus cartas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Pokédex: qué especies tienes y cuáles no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0600" y="6438900"/>
            <a:ext cx="2857500" cy="1047750"/>
          </a:xfrm>
          <a:prstGeom prst="roundRect">
            <a:avLst>
              <a:gd name="adj" fmla="val 14545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90600" y="64389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del set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0" y="678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141 de 193 · 72 %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90600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90600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109913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9913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229225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29225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48538" y="781050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48538" y="781050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4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Cambios entre coleccionistas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Apunta las cartas que das y las que buscas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 te cruza con quien tiene lo que te falta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Avisos de precio: te avisa cuando una carta baja de lo que pagarías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7239000" cy="1428750"/>
          </a:xfrm>
          <a:prstGeom prst="roundRect">
            <a:avLst>
              <a:gd name="adj" fmla="val 17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3450" y="6362700"/>
            <a:ext cx="6705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soyfede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6667500"/>
            <a:ext cx="6705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¿Alguien tiene el Terrakion de Paldea Evolved en español? Doy un Charizard ex de Obsidian.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381250" y="7905750"/>
            <a:ext cx="7239000" cy="1428750"/>
          </a:xfrm>
          <a:prstGeom prst="roundRect">
            <a:avLst>
              <a:gd name="adj" fmla="val 17333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647950" y="8077200"/>
            <a:ext cx="6705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tú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647950" y="8382000"/>
            <a:ext cx="6705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 tengo dos. Te lo cambio por el Charizard, escríbeme por privado.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66750" y="9620250"/>
            <a:ext cx="5905500" cy="1047750"/>
          </a:xfrm>
          <a:prstGeom prst="roundRect">
            <a:avLst>
              <a:gd name="adj" fmla="val 2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33450" y="9791700"/>
            <a:ext cx="5372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soyfede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3450" y="10096500"/>
            <a:ext cx="5372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¡Hecho! Te mando mensaje ahora mismo 🙌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66750" y="10858500"/>
            <a:ext cx="8953500" cy="952500"/>
          </a:xfrm>
          <a:prstGeom prst="roundRect">
            <a:avLst>
              <a:gd name="adj" fmla="val 26000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2500" y="110109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Cruce con soyfede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52500" y="113919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 da 1 carta · Le das 1 carta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810500" y="111633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 →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5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foro de verdad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Hilos, encuestas, menciones y mensajes privados con fotos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Escribe [[Arven]] y sale la carta con su foto y su precio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Perfiles con vitrina, medallas y lo que cada uno cambia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64770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33450" y="6362700"/>
            <a:ext cx="594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pingu · hace 2 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6667500"/>
            <a:ext cx="59436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¿Merece la pena abrir Prismatic en 2026? Yo saqué un Umbreon ex · 312 €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66750" y="8096250"/>
            <a:ext cx="6477000" cy="12382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33450" y="8267700"/>
            <a:ext cx="594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maria_tcg · hace 1 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3450" y="8572500"/>
            <a:ext cx="5943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 ya tengo 3 cajas abiertas y ni un Umbreon 😭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524750" y="6667500"/>
            <a:ext cx="2095500" cy="2924175"/>
          </a:xfrm>
          <a:prstGeom prst="roundRect">
            <a:avLst>
              <a:gd name="adj" fmla="val 6364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24750" y="6667500"/>
            <a:ext cx="2095500" cy="292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del hilo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6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reto cada día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retos: ¿qué carta es?, ¿quién es ese Pokémon?, ¿más cara o más barata?, ordena por precio, ¿qué expansión?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Liga mensual, rachas y logros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Experiencia por jugar y una imagen para presumir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5714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8750" y="7162800"/>
            <a:ext cx="2286000" cy="3190875"/>
          </a:xfrm>
          <a:prstGeom prst="roundRect">
            <a:avLst>
              <a:gd name="adj" fmla="val 5833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428750" y="7162800"/>
            <a:ext cx="2286000" cy="3190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Silueta de la carta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286250" y="752475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carta es?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286250" y="81534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Adivina la carta del día por su silueta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286250" y="89154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retos, uno por día de la semana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286250" y="9715500"/>
            <a:ext cx="2286000" cy="5143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86250" y="9715500"/>
            <a:ext cx="2286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D9E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Racha: 12 días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7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Torneos en línea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Pareos suizos, top cut y ligas por jornadas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Listas de mazo, reportes, clasificación y podio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Abiertos a todo el mundo: cualquiera puede crear uno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1485900" y="8286750"/>
            <a:ext cx="2286000" cy="352425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57400" y="76200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57400" y="7620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5900" y="8858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1485900" y="957262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Laura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4000500" y="7429500"/>
            <a:ext cx="2286000" cy="438150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676275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676275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00500" y="800100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1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4000500" y="871537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Dani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6515100" y="8858250"/>
            <a:ext cx="2286000" cy="295275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86600" y="8191500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86600" y="81915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94297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8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3</a:t>
            </a:r>
            <a:endParaRPr lang="en-US" sz="480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10144125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8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Mazos, laboratorio y meta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Constructor de mazos con legalidad y lo que te falta por comprar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Laboratorio: juega tu mazo contra ti mismo, prueba manos y evoluciones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mazos del meta, con su porcentaje y sus cartas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096000"/>
            <a:ext cx="8953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0600" y="6419850"/>
            <a:ext cx="6858000" cy="552450"/>
          </a:xfrm>
          <a:prstGeom prst="roundRect">
            <a:avLst>
              <a:gd name="adj" fmla="val 20690"/>
            </a:avLst>
          </a:prstGeom>
          <a:solidFill>
            <a:srgbClr val="1E5175"/>
          </a:solidFill>
          <a:ln w="12700">
            <a:solidFill>
              <a:srgbClr val="1E5175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8250" y="6419850"/>
            <a:ext cx="590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Dragapult ex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00850" y="64198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18 %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90600" y="7105650"/>
            <a:ext cx="5969000" cy="552450"/>
          </a:xfrm>
          <a:prstGeom prst="roundRect">
            <a:avLst>
              <a:gd name="adj" fmla="val 2069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8250" y="7105650"/>
            <a:ext cx="5016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Gardevoir ex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11850" y="71056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14 %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" y="7791450"/>
            <a:ext cx="5302250" cy="552450"/>
          </a:xfrm>
          <a:prstGeom prst="roundRect">
            <a:avLst>
              <a:gd name="adj" fmla="val 20690"/>
            </a:avLst>
          </a:prstGeom>
          <a:solidFill>
            <a:srgbClr val="0D9E6E"/>
          </a:solidFill>
          <a:ln w="12700">
            <a:solidFill>
              <a:srgbClr val="0D9E6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8250" y="7791450"/>
            <a:ext cx="43497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Raging Bolt ex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245100" y="7791450"/>
            <a:ext cx="876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11 %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90600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90600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1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3109913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109913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229225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229225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3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348538" y="8667750"/>
            <a:ext cx="1947863" cy="2720824"/>
          </a:xfrm>
          <a:prstGeom prst="roundRect">
            <a:avLst>
              <a:gd name="adj" fmla="val 6846"/>
            </a:avLst>
          </a:prstGeom>
          <a:solidFill>
            <a:srgbClr val="E1F0F4"/>
          </a:solidFill>
          <a:ln w="12700">
            <a:solidFill>
              <a:srgbClr val="E1F0F4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48538" y="8667750"/>
            <a:ext cx="1947863" cy="2720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Carta 4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6750" y="59055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9 / 10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66750" y="1143000"/>
            <a:ext cx="8953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Guías, cursos y noticias</a:t>
            </a:r>
            <a:endParaRPr lang="en-US" sz="5300" dirty="0"/>
          </a:p>
        </p:txBody>
      </p:sp>
      <p:sp>
        <p:nvSpPr>
          <p:cNvPr id="4" name="Text 2"/>
          <p:cNvSpPr txBox="1"/>
          <p:nvPr/>
        </p:nvSpPr>
        <p:spPr>
          <a:xfrm>
            <a:off x="666750" y="3048000"/>
            <a:ext cx="89535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Aprende a leer una carta, a detectar falsas y a entender rarezas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Cursos jugables con puntos y niveles</a:t>
            </a:r>
            <a:endParaRPr lang="en-US" sz="2300" dirty="0"/>
          </a:p>
          <a:p>
            <a:pPr marL="304800" indent="-3048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Noticias, calendario de lanzamientos y productos con precio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66750" y="619125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52500" y="63627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detectar una carta falsa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52500" y="68199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· 8 min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66750" y="742950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52500" y="760095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rarezas, explicadas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80581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· 6 min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66750" y="8667750"/>
            <a:ext cx="8953500" cy="104775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52500" y="88392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D1B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 hoy: Mega Evolución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52500" y="929640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5271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Noticia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66750" y="120205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Ejemplo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715250" y="119443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15250" y="1194435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51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pokedoc.es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60000">
            <a:off x="666750" y="762000"/>
            <a:ext cx="1047750" cy="104775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 rot="-360000">
            <a:off x="666750" y="762000"/>
            <a:ext cx="1047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1E5175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</a:t>
            </a:r>
            <a:endParaRPr lang="en-US" sz="5900" dirty="0"/>
          </a:p>
        </p:txBody>
      </p:sp>
      <p:sp>
        <p:nvSpPr>
          <p:cNvPr id="4" name="Text 2"/>
          <p:cNvSpPr txBox="1"/>
          <p:nvPr/>
        </p:nvSpPr>
        <p:spPr>
          <a:xfrm>
            <a:off x="2000250" y="666750"/>
            <a:ext cx="5715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</a:t>
            </a:r>
            <a:pPr indent="0" marL="0">
              <a:buNone/>
            </a:pPr>
            <a:r>
              <a:rPr lang="en-US" sz="7200" b="1" dirty="0">
                <a:solidFill>
                  <a:srgbClr val="7CC6D8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Doc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666750" y="2857500"/>
            <a:ext cx="8572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todo gratis, sin anuncios</a:t>
            </a:r>
            <a:endParaRPr lang="en-US" sz="6300" dirty="0"/>
          </a:p>
        </p:txBody>
      </p:sp>
      <p:sp>
        <p:nvSpPr>
          <p:cNvPr id="6" name="Shape 4"/>
          <p:cNvSpPr/>
          <p:nvPr/>
        </p:nvSpPr>
        <p:spPr>
          <a:xfrm>
            <a:off x="666750" y="533400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2500" y="533400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📱  Instálala como app en el móvil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66750" y="630555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2500" y="630555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🌐  Funciona sin conexión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66750" y="727710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2500" y="727710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🇪🇸  En español, hecha desde España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66750" y="8248650"/>
            <a:ext cx="8953500" cy="819150"/>
          </a:xfrm>
          <a:prstGeom prst="roundRect">
            <a:avLst>
              <a:gd name="adj" fmla="val 25581"/>
            </a:avLst>
          </a:prstGeom>
          <a:solidFill>
            <a:srgbClr val="FFFFFF">
              <a:alpha val="12000"/>
            </a:srgbClr>
          </a:solidFill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2500" y="8248650"/>
            <a:ext cx="83820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💙  Gratis y sin anuncios, para siempre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66750" y="10858500"/>
            <a:ext cx="895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Fredoka" pitchFamily="34" charset="0"/>
                <a:ea typeface="Fredoka" pitchFamily="34" charset="-122"/>
                <a:cs typeface="Fredoka" pitchFamily="34" charset="-120"/>
              </a:rPr>
              <a:t>pokedoc.es · @pokedoc_es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PokeDoc · carrusel de presentación</dc:title>
  <dc:subject>PptxGenJS Presentation</dc:subject>
  <dc:creator>PptxGenJS</dc:creator>
  <cp:lastModifiedBy>PptxGenJS</cp:lastModifiedBy>
  <cp:revision>1</cp:revision>
  <dcterms:created xsi:type="dcterms:W3CDTF">2026-10-19T16:03:47Z</dcterms:created>
  <dcterms:modified xsi:type="dcterms:W3CDTF">2026-10-19T16:03:47Z</dcterms:modified>
</cp:coreProperties>
</file>